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93" autoAdjust="0"/>
  </p:normalViewPr>
  <p:slideViewPr>
    <p:cSldViewPr snapToGrid="0">
      <p:cViewPr varScale="1">
        <p:scale>
          <a:sx n="62" d="100"/>
          <a:sy n="62" d="100"/>
        </p:scale>
        <p:origin x="72" y="4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80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804567-9CB8-49B6-A9F2-AC7D58CED1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6E328-8AA8-4387-BEE0-4A3E5DDC94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2E882-BB5B-48F1-9AE7-9F9E528E8512}" type="datetimeFigureOut">
              <a:rPr lang="en-MY" smtClean="0"/>
              <a:t>27/2/2022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D7332-B01B-441A-8EE9-370024804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56C49-672A-4991-AD89-BA99EF6185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522BE-788F-4FF6-8E6F-939ACA2934B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9738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F9AED-5D04-41EC-8603-AC3CBA6A2C20}" type="datetimeFigureOut">
              <a:rPr lang="en-MY" smtClean="0"/>
              <a:t>27/2/2022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012D-231D-4AF0-818F-6BCFD8AD347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546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A61F-328B-477E-8118-A84788F14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30065" y="2780145"/>
            <a:ext cx="8252135" cy="1221952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 dirty="0"/>
              <a:t>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FA58E-0396-42E9-8AA8-D78B27FDD8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94326" y="4417462"/>
            <a:ext cx="2403348" cy="5078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EC5A8-21E2-421B-A063-90AA8F28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65B5A-877C-49A4-9D52-468B57AF00B8}" type="datetimeFigureOut">
              <a:rPr lang="en-MY" smtClean="0"/>
              <a:t>27/2/2022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444C3-02A6-4BD5-8533-05BBCC71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7A378-E428-4881-A9C4-E5B49261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8C2B1A32-E9D4-41ED-8A24-4FD53DEA70F5}" type="slidenum">
              <a:rPr lang="en-MY" smtClean="0"/>
              <a:pPr algn="r"/>
              <a:t>‹#›</a:t>
            </a:fld>
            <a:endParaRPr lang="en-MY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1D498A-B098-4CC5-836A-D787CC324F27}"/>
              </a:ext>
            </a:extLst>
          </p:cNvPr>
          <p:cNvCxnSpPr/>
          <p:nvPr userDrawn="1"/>
        </p:nvCxnSpPr>
        <p:spPr>
          <a:xfrm>
            <a:off x="11638742" y="1046988"/>
            <a:ext cx="0" cy="476402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E06EFF4-9DA2-4089-81E9-30BD246DE9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82929" y="84720"/>
            <a:ext cx="3243261" cy="50784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topic</a:t>
            </a:r>
            <a:endParaRPr kumimoji="0" lang="en-MY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564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814E3-CC48-4B2D-876C-C90F7982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36" y="227965"/>
            <a:ext cx="7400082" cy="567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0A67-44D6-4598-9938-C251C8373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36" y="1194689"/>
            <a:ext cx="4114800" cy="3112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AA73A-BD79-4306-8523-DC5DF84F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65B5A-877C-49A4-9D52-468B57AF00B8}" type="datetimeFigureOut">
              <a:rPr lang="en-MY" smtClean="0"/>
              <a:t>27/2/2022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84A5-926F-4020-991D-05536E8F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7E6D2-3204-4628-ACDE-417C7A1D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8C2B1A32-E9D4-41ED-8A24-4FD53DEA70F5}" type="slidenum">
              <a:rPr lang="en-MY" smtClean="0"/>
              <a:pPr algn="r"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62310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AA3C9-9048-4BF1-AE6B-AC7BB68C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665B5A-877C-49A4-9D52-468B57AF00B8}" type="datetimeFigureOut">
              <a:rPr lang="en-MY" smtClean="0"/>
              <a:t>27/2/2022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CCA84-11B7-4EB6-B5B1-7AE3C618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MY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0EDD1-053B-4004-9270-DABC36B0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8C2B1A32-E9D4-41ED-8A24-4FD53DEA70F5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59711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02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4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5B45CE0-3B13-4209-BA7F-7BF3EBC8A4C5}"/>
              </a:ext>
            </a:extLst>
          </p:cNvPr>
          <p:cNvGrpSpPr/>
          <p:nvPr/>
        </p:nvGrpSpPr>
        <p:grpSpPr>
          <a:xfrm>
            <a:off x="3127180" y="2310766"/>
            <a:ext cx="5410645" cy="1812473"/>
            <a:chOff x="3127180" y="2310766"/>
            <a:chExt cx="5410645" cy="181247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BD8585-BACB-4421-BD0F-9522ADF66F27}"/>
                </a:ext>
              </a:extLst>
            </p:cNvPr>
            <p:cNvGrpSpPr/>
            <p:nvPr/>
          </p:nvGrpSpPr>
          <p:grpSpPr>
            <a:xfrm>
              <a:off x="3127180" y="2310766"/>
              <a:ext cx="5410645" cy="1812473"/>
              <a:chOff x="3412671" y="2269670"/>
              <a:chExt cx="5608865" cy="1812473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5FC54F7-D4EE-4D7F-B4D0-013BBB047302}"/>
                  </a:ext>
                </a:extLst>
              </p:cNvPr>
              <p:cNvSpPr/>
              <p:nvPr/>
            </p:nvSpPr>
            <p:spPr>
              <a:xfrm>
                <a:off x="3412671" y="2269670"/>
                <a:ext cx="5608865" cy="1812473"/>
              </a:xfrm>
              <a:prstGeom prst="round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58800" dist="723900" dir="2700000" sx="79000" sy="79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 err="1"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endParaRPr>
              </a:p>
            </p:txBody>
          </p:sp>
          <p:pic>
            <p:nvPicPr>
              <p:cNvPr id="1026" name="Picture 2" descr="葉惠美- 维基百科，自由的百科全书">
                <a:extLst>
                  <a:ext uri="{FF2B5EF4-FFF2-40B4-BE49-F238E27FC236}">
                    <a16:creationId xmlns:a16="http://schemas.microsoft.com/office/drawing/2014/main" id="{59EAE20D-226C-4138-BA36-EDBB511D55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29821" y="2502473"/>
                <a:ext cx="1273787" cy="1390343"/>
              </a:xfrm>
              <a:prstGeom prst="roundRect">
                <a:avLst>
                  <a:gd name="adj" fmla="val 8576"/>
                </a:avLst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DDBB33-004D-4079-94AF-84E1B419CBC0}"/>
                  </a:ext>
                </a:extLst>
              </p:cNvPr>
              <p:cNvSpPr txBox="1"/>
              <p:nvPr/>
            </p:nvSpPr>
            <p:spPr>
              <a:xfrm>
                <a:off x="5193779" y="2502473"/>
                <a:ext cx="286566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800" dirty="0"/>
                  <a:t>菊花台</a:t>
                </a:r>
                <a:endParaRPr lang="en-MY" altLang="zh-CN" sz="4800" dirty="0"/>
              </a:p>
              <a:p>
                <a:r>
                  <a:rPr lang="zh-CN" altLang="en-US" dirty="0">
                    <a:solidFill>
                      <a:schemeClr val="bg1">
                        <a:lumMod val="65000"/>
                      </a:schemeClr>
                    </a:solidFill>
                  </a:rPr>
                  <a:t>周杰伦 </a:t>
                </a:r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</a:rPr>
                  <a:t>· </a:t>
                </a:r>
                <a:r>
                  <a:rPr lang="zh-CN" altLang="en-US" b="0" i="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arial" panose="020B0604020202020204" pitchFamily="34" charset="0"/>
                  </a:rPr>
                  <a:t>满城尽带黄金甲</a:t>
                </a:r>
                <a:endParaRPr lang="en-MY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793066-0BF9-4834-9E9D-F0B18BB0C79D}"/>
                </a:ext>
              </a:extLst>
            </p:cNvPr>
            <p:cNvCxnSpPr/>
            <p:nvPr/>
          </p:nvCxnSpPr>
          <p:spPr>
            <a:xfrm>
              <a:off x="4952144" y="3801438"/>
              <a:ext cx="296923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Spotify - Free social media icons">
              <a:extLst>
                <a:ext uri="{FF2B5EF4-FFF2-40B4-BE49-F238E27FC236}">
                  <a16:creationId xmlns:a16="http://schemas.microsoft.com/office/drawing/2014/main" id="{3A6071EB-00CB-4D43-9D0B-7D9E07A42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5863" y="2543569"/>
              <a:ext cx="272746" cy="272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268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5B45CE0-3B13-4209-BA7F-7BF3EBC8A4C5}"/>
              </a:ext>
            </a:extLst>
          </p:cNvPr>
          <p:cNvGrpSpPr/>
          <p:nvPr/>
        </p:nvGrpSpPr>
        <p:grpSpPr>
          <a:xfrm>
            <a:off x="3127180" y="2310766"/>
            <a:ext cx="5410645" cy="1812473"/>
            <a:chOff x="3127180" y="2310766"/>
            <a:chExt cx="5410645" cy="181247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4BD8585-BACB-4421-BD0F-9522ADF66F27}"/>
                </a:ext>
              </a:extLst>
            </p:cNvPr>
            <p:cNvGrpSpPr/>
            <p:nvPr/>
          </p:nvGrpSpPr>
          <p:grpSpPr>
            <a:xfrm>
              <a:off x="3127180" y="2310766"/>
              <a:ext cx="5410645" cy="1812473"/>
              <a:chOff x="3412671" y="2269670"/>
              <a:chExt cx="5608865" cy="1812473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5FC54F7-D4EE-4D7F-B4D0-013BBB047302}"/>
                  </a:ext>
                </a:extLst>
              </p:cNvPr>
              <p:cNvSpPr/>
              <p:nvPr/>
            </p:nvSpPr>
            <p:spPr>
              <a:xfrm>
                <a:off x="3412671" y="2269670"/>
                <a:ext cx="5608865" cy="1812473"/>
              </a:xfrm>
              <a:prstGeom prst="roundRect">
                <a:avLst/>
              </a:prstGeom>
              <a:solidFill>
                <a:schemeClr val="bg1"/>
              </a:solidFill>
              <a:ln w="28575">
                <a:noFill/>
              </a:ln>
              <a:effectLst>
                <a:outerShdw blurRad="558800" dist="723900" dir="2700000" sx="79000" sy="79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 err="1"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endParaRPr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9EAE20D-226C-4138-BA36-EDBB511D55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11" r="5811"/>
              <a:stretch/>
            </p:blipFill>
            <p:spPr bwMode="auto">
              <a:xfrm>
                <a:off x="3729821" y="2502473"/>
                <a:ext cx="1273787" cy="1390343"/>
              </a:xfrm>
              <a:prstGeom prst="roundRect">
                <a:avLst>
                  <a:gd name="adj" fmla="val 8576"/>
                </a:avLst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DDBB33-004D-4079-94AF-84E1B419CBC0}"/>
                  </a:ext>
                </a:extLst>
              </p:cNvPr>
              <p:cNvSpPr txBox="1"/>
              <p:nvPr/>
            </p:nvSpPr>
            <p:spPr>
              <a:xfrm>
                <a:off x="5193779" y="2502473"/>
                <a:ext cx="286566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800" dirty="0"/>
                  <a:t>私</a:t>
                </a:r>
                <a:r>
                  <a:rPr lang="ja-JP" altLang="en-US" sz="4800" dirty="0"/>
                  <a:t>の</a:t>
                </a:r>
                <a:r>
                  <a:rPr lang="zh-CN" altLang="en-US" sz="4800" dirty="0"/>
                  <a:t>嘘</a:t>
                </a:r>
                <a:endParaRPr lang="en-MY" altLang="zh-CN" sz="4800" dirty="0"/>
              </a:p>
              <a:p>
                <a:r>
                  <a:rPr lang="ja-JP" altLang="en-US" dirty="0">
                    <a:solidFill>
                      <a:schemeClr val="bg1">
                        <a:lumMod val="65000"/>
                      </a:schemeClr>
                    </a:solidFill>
                  </a:rPr>
                  <a:t>四月は君の嘘</a:t>
                </a:r>
                <a:endParaRPr lang="en-MY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793066-0BF9-4834-9E9D-F0B18BB0C79D}"/>
                </a:ext>
              </a:extLst>
            </p:cNvPr>
            <p:cNvCxnSpPr/>
            <p:nvPr/>
          </p:nvCxnSpPr>
          <p:spPr>
            <a:xfrm>
              <a:off x="4845343" y="3768781"/>
              <a:ext cx="296923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0" name="Picture 6" descr="Spotify - Free social media icons">
              <a:extLst>
                <a:ext uri="{FF2B5EF4-FFF2-40B4-BE49-F238E27FC236}">
                  <a16:creationId xmlns:a16="http://schemas.microsoft.com/office/drawing/2014/main" id="{3A6071EB-00CB-4D43-9D0B-7D9E07A42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5863" y="2543569"/>
              <a:ext cx="272746" cy="272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780830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D4824-B366-4705-91AC-DCC2FB546BBC}"/>
              </a:ext>
            </a:extLst>
          </p:cNvPr>
          <p:cNvSpPr/>
          <p:nvPr/>
        </p:nvSpPr>
        <p:spPr>
          <a:xfrm>
            <a:off x="3133618" y="616449"/>
            <a:ext cx="6020656" cy="602065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 err="1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674C4-34E8-4BBF-855E-CF470CB5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271" y="877905"/>
            <a:ext cx="2132271" cy="2985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57ABA5-73E2-40AB-B7C3-286EFE42B565}"/>
              </a:ext>
            </a:extLst>
          </p:cNvPr>
          <p:cNvSpPr txBox="1"/>
          <p:nvPr/>
        </p:nvSpPr>
        <p:spPr>
          <a:xfrm>
            <a:off x="3791164" y="4623371"/>
            <a:ext cx="324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Text here</a:t>
            </a:r>
            <a:endParaRPr lang="en-MY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5B31B1-7A78-4EC4-BF96-49F425EA20A1}"/>
              </a:ext>
            </a:extLst>
          </p:cNvPr>
          <p:cNvSpPr/>
          <p:nvPr/>
        </p:nvSpPr>
        <p:spPr>
          <a:xfrm>
            <a:off x="3924728" y="5250094"/>
            <a:ext cx="4736387" cy="1202077"/>
          </a:xfrm>
          <a:prstGeom prst="roundRect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Buy now</a:t>
            </a:r>
            <a:endParaRPr lang="en-MY" sz="44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51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jden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0000"/>
      </a:accent1>
      <a:accent2>
        <a:srgbClr val="FF3701"/>
      </a:accent2>
      <a:accent3>
        <a:srgbClr val="FBC605"/>
      </a:accent3>
      <a:accent4>
        <a:srgbClr val="35DE00"/>
      </a:accent4>
      <a:accent5>
        <a:srgbClr val="00B0F0"/>
      </a:accent5>
      <a:accent6>
        <a:srgbClr val="7030A0"/>
      </a:accent6>
      <a:hlink>
        <a:srgbClr val="0563C1"/>
      </a:hlink>
      <a:folHlink>
        <a:srgbClr val="954F72"/>
      </a:folHlink>
    </a:clrScheme>
    <a:fontScheme name="Custom 1">
      <a:majorFont>
        <a:latin typeface="Arial Rounded MT Bold"/>
        <a:ea typeface="Yuanti SC"/>
        <a:cs typeface=""/>
      </a:majorFont>
      <a:minorFont>
        <a:latin typeface="Arial Rounded MT Bold"/>
        <a:ea typeface="Yuanti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/>
      </a:spPr>
      <a:bodyPr rtlCol="0" anchor="ctr"/>
      <a:lstStyle>
        <a:defPPr algn="ctr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6EAE2184-C938-4F76-B222-EAB5CA1D7747}" vid="{4C4C60AC-AB08-43CC-93C8-A2D5C5FBBD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jden</Template>
  <TotalTime>86</TotalTime>
  <Words>28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Jaeden Tai</dc:creator>
  <cp:lastModifiedBy>Jaeden Tai</cp:lastModifiedBy>
  <cp:revision>2</cp:revision>
  <dcterms:created xsi:type="dcterms:W3CDTF">2022-02-04T08:58:27Z</dcterms:created>
  <dcterms:modified xsi:type="dcterms:W3CDTF">2022-02-27T06:36:20Z</dcterms:modified>
</cp:coreProperties>
</file>